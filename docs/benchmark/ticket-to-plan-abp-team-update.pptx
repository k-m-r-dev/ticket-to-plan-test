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ticket-to-plan work well with OpenSpec?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yes for plan quality — OpenSpec matched GSD.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problem, every method hit the same checklist. Cost is where they differ.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planning runs · a human reviewed every plan · optional AI judge skipped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 problem. Four planning methods. Rules locked before any run.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8516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ticket-to-plan + GSD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83180" y="1234440"/>
            <a:ext cx="18516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03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203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skill, OpenSpec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18516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only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35140" y="1234440"/>
            <a:ext cx="18516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723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7230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AI planning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Todo HTTP API (Axum + SQLite)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locked SPEC, plus a vague ticket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methods × 2 inputs × 3 repeats = 24 plans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checklist first, then a human scored plans without knowing the method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quality: every method hit 100% of the checklist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also had the expected structure and delivery rules. The computer score and the human score agreed every time. OpenSpec matched GSD on quality.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locked Todo SPEC (and this vague ticket), the skill and backends did not separate on checklist quality — including plain AI.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differ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estimated tokens, and tool calls. Plain AI / skill-only are cheaper. GSD is slowest. OpenSpec tends to use more tokens.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on the locked SPEC — average of 3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(sec)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868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tokens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0" y="868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77724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121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121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761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only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761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*OpenSpec time/tokens may be slightly inflated by one old re-run still in the summary. Quality used the three official runs.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meet our own pass rules?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these pass/fail rules before seeing results. Overall: not a full pass — still useful.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matches GSD on the locked 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checklist coverage and plan structure — within our 5-point rule.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methods beat plain AI on delivery rules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scored 100% — a tie, not a win for the skill.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methods beat plain AI on the vague ticket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everyone hit 100%. The ticket was not hard enough to separate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1A1F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each plan and run contract tests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implemented the four plans yet — so we cannot claim “plans work.”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2C33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155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OpenSpec as a viable swap for GSD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subject, plan quality matched. Prefer it when you want OpenSpec files and CLI.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2C33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method by cost, not checklist score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AI and skill-only were much faster here. Heavier stacks bought process, not higher scores.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2C334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44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prove the plans actually build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one mid-quality plan per method and run the API contract tests if you need that proof.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2C334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58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harder problem if we need a quality winner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scored 100%. Separating methods needs a tougher ticket — and a new frozen test, not quiet rule edits.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Ticket-to-plan × OpenSpec — results</dc:title>
  <dc:subject>PptxGenJS Presentation</dc:subject>
  <dc:creator>ticket-to-plan-test</dc:creator>
  <cp:lastModifiedBy>ticket-to-plan-test</cp:lastModifiedBy>
  <cp:revision>1</cp:revision>
  <dcterms:created xsi:type="dcterms:W3CDTF">2026-07-30T16:59:00Z</dcterms:created>
  <dcterms:modified xsi:type="dcterms:W3CDTF">2026-07-30T16:59:00Z</dcterms:modified>
</cp:coreProperties>
</file>